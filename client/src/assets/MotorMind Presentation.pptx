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0" r:id="rId9"/>
    <p:sldId id="262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86" autoAdjust="0"/>
    <p:restoredTop sz="94744"/>
  </p:normalViewPr>
  <p:slideViewPr>
    <p:cSldViewPr snapToGrid="0">
      <p:cViewPr varScale="1">
        <p:scale>
          <a:sx n="93" d="100"/>
          <a:sy n="93" d="100"/>
        </p:scale>
        <p:origin x="1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13950-0F75-43AC-A7BE-1206995A98E8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F6863-7E20-4A00-B4AE-7715B3B704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35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F6863-7E20-4A00-B4AE-7715B3B7041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95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5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2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2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6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0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6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1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4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07BC3EB-6D1F-F240-B668-1384FE73F4A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942EFBE-52D1-1B4D-BBB5-5BF31876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99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414D7F9-D053-DE69-E782-1D762858D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434" y="2372139"/>
            <a:ext cx="5075583" cy="2054087"/>
          </a:xfrm>
        </p:spPr>
        <p:txBody>
          <a:bodyPr anchor="b">
            <a:normAutofit/>
          </a:bodyPr>
          <a:lstStyle/>
          <a:p>
            <a:r>
              <a:rPr lang="en-US" sz="4600" b="1" dirty="0">
                <a:latin typeface="Aptos Display" panose="020B0004020202020204" pitchFamily="34" charset="0"/>
              </a:rPr>
              <a:t>Quiz Site</a:t>
            </a:r>
            <a:br>
              <a:rPr lang="en-US" sz="4600" b="1" dirty="0">
                <a:latin typeface="Aptos Display" panose="020B0004020202020204" pitchFamily="34" charset="0"/>
              </a:rPr>
            </a:br>
            <a:r>
              <a:rPr lang="en-US" sz="4600" b="1" dirty="0">
                <a:latin typeface="Aptos Display" panose="020B0004020202020204" pitchFamily="34" charset="0"/>
              </a:rPr>
              <a:t>for </a:t>
            </a:r>
            <a:br>
              <a:rPr lang="en-US" sz="4600" b="1" dirty="0">
                <a:latin typeface="Aptos Display" panose="020B0004020202020204" pitchFamily="34" charset="0"/>
              </a:rPr>
            </a:br>
            <a:r>
              <a:rPr lang="en-US" sz="4600" b="1" dirty="0">
                <a:latin typeface="Aptos Display" panose="020B0004020202020204" pitchFamily="34" charset="0"/>
              </a:rPr>
              <a:t>Car Enthusiasts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9F232-A74A-0279-ACB0-F95CCED90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7" b="303"/>
          <a:stretch>
            <a:fillRect/>
          </a:stretch>
        </p:blipFill>
        <p:spPr>
          <a:xfrm>
            <a:off x="5618922" y="10"/>
            <a:ext cx="657155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397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B3EB-C64A-828F-C3C8-E398BA14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2880-7CA8-0F97-9AC9-C61E700E6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653" y="568577"/>
            <a:ext cx="9144000" cy="1309954"/>
          </a:xfrm>
        </p:spPr>
        <p:txBody>
          <a:bodyPr>
            <a:normAutofit/>
          </a:bodyPr>
          <a:lstStyle/>
          <a:p>
            <a:r>
              <a:rPr lang="en-US" sz="5000" dirty="0"/>
              <a:t>Concept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E1E50-EB8E-2F1A-5A50-CDC467EBA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617" y="2233233"/>
            <a:ext cx="6752072" cy="3230690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do you know about cars?</a:t>
            </a:r>
            <a:b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 err="1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MotorMind</a:t>
            </a:r>
            <a: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a range of quizzes designed to test your knowledge of cars. </a:t>
            </a:r>
          </a:p>
          <a:p>
            <a: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from a range of categories and difficulties, including brands, movies, logos, racing, and general knowledge. </a:t>
            </a:r>
          </a:p>
          <a:p>
            <a: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help you understand how much you know about the world of cars and maybe even teach you something new.</a:t>
            </a:r>
          </a:p>
          <a:p>
            <a:endParaRPr lang="en-GB" sz="18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find out if you’re a Rookie, Racer, or Pro!</a:t>
            </a:r>
            <a:endParaRPr lang="en-US" sz="18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D179A-2A45-889F-E3FB-42D6F7AC6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5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3AA4-AAE1-02DC-CA6A-94485656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E7DF-F77C-1A38-CE96-29474590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4854"/>
          </a:xfrm>
        </p:spPr>
        <p:txBody>
          <a:bodyPr>
            <a:normAutofit/>
          </a:bodyPr>
          <a:lstStyle/>
          <a:p>
            <a:r>
              <a:rPr lang="en-US" sz="5000" dirty="0"/>
              <a:t>Project 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7EC85-F81A-0AD5-C993-FB0CB8EE0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9180" y="2381754"/>
            <a:ext cx="7373639" cy="268526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There is a large global community of car enthusiasts, but no streamline interactive platform where fans can test their knowledge, compete, and learn at the same time.</a:t>
            </a:r>
            <a:b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Whilst quizzes do exist, but they’re not as gamified or streamlined, and are often overcrowded with videos, articles, forums, and sales.</a:t>
            </a:r>
            <a:b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We built our quiz platform to fill that gap: a fun and competitive experience designed specifically for the automotive fanbase.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D4C76-B7AF-B8F4-2F5C-6FC82D990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3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982C-E50D-B0F5-EE3F-DDC2C48E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D2F6-9A23-BD4E-19ED-04BDB437C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36406"/>
            <a:ext cx="9144000" cy="931723"/>
          </a:xfrm>
        </p:spPr>
        <p:txBody>
          <a:bodyPr>
            <a:normAutofit/>
          </a:bodyPr>
          <a:lstStyle/>
          <a:p>
            <a:r>
              <a:rPr lang="en-US" sz="5000" dirty="0"/>
              <a:t>Team Roles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2AE10-B20A-94B2-2CA6-03EAB0D5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0ECD5D1-6FCF-0EFC-B668-7ADA7C3267C8}"/>
              </a:ext>
            </a:extLst>
          </p:cNvPr>
          <p:cNvSpPr txBox="1">
            <a:spLocks/>
          </p:cNvSpPr>
          <p:nvPr/>
        </p:nvSpPr>
        <p:spPr>
          <a:xfrm>
            <a:off x="3326730" y="1965806"/>
            <a:ext cx="5538537" cy="3953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00" u="sng" dirty="0">
                <a:latin typeface="Aptos" panose="020B0004020202020204" pitchFamily="34" charset="0"/>
                <a:cs typeface="Arial" panose="020B0604020202020204" pitchFamily="34" charset="0"/>
              </a:rPr>
              <a:t>Branding &amp; Media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Emmanuel </a:t>
            </a:r>
            <a:r>
              <a:rPr lang="en-US" sz="1800" dirty="0" err="1">
                <a:latin typeface="Aptos" panose="020B0004020202020204" pitchFamily="34" charset="0"/>
                <a:cs typeface="Arial" panose="020B0604020202020204" pitchFamily="34" charset="0"/>
              </a:rPr>
              <a:t>Olanloye</a:t>
            </a:r>
            <a:endParaRPr lang="en-US" sz="1800" i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800" i="1" dirty="0">
                <a:latin typeface="Aptos" panose="020B0004020202020204" pitchFamily="34" charset="0"/>
                <a:cs typeface="Arial" panose="020B0604020202020204" pitchFamily="34" charset="0"/>
              </a:rPr>
              <a:t>Logo design, </a:t>
            </a:r>
            <a:r>
              <a:rPr lang="en-US" sz="1800" i="1" dirty="0" err="1">
                <a:latin typeface="Aptos" panose="020B0004020202020204" pitchFamily="34" charset="0"/>
                <a:cs typeface="Arial" panose="020B0604020202020204" pitchFamily="34" charset="0"/>
              </a:rPr>
              <a:t>colour</a:t>
            </a:r>
            <a:r>
              <a:rPr lang="en-US" sz="1800" i="1" dirty="0">
                <a:latin typeface="Aptos" panose="020B0004020202020204" pitchFamily="34" charset="0"/>
                <a:cs typeface="Arial" panose="020B0604020202020204" pitchFamily="34" charset="0"/>
              </a:rPr>
              <a:t> palette, quiz images, visual identity, and the final presentation polish.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800" u="sng" dirty="0">
                <a:latin typeface="Aptos" panose="020B0004020202020204" pitchFamily="34" charset="0"/>
                <a:cs typeface="Arial" panose="020B0604020202020204" pitchFamily="34" charset="0"/>
              </a:rPr>
              <a:t>Frontend Developer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Alan Thomas</a:t>
            </a:r>
            <a:endParaRPr lang="en-US" sz="1800" i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800" i="1" dirty="0">
                <a:latin typeface="Aptos" panose="020B0004020202020204" pitchFamily="34" charset="0"/>
                <a:cs typeface="Arial" panose="020B0604020202020204" pitchFamily="34" charset="0"/>
              </a:rPr>
              <a:t>React components, UI flow, quiz interactions, styling, and making the experience feel fast and intuitive.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800" u="sng" dirty="0">
                <a:latin typeface="Aptos" panose="020B0004020202020204" pitchFamily="34" charset="0"/>
                <a:cs typeface="Arial" panose="020B0604020202020204" pitchFamily="34" charset="0"/>
              </a:rPr>
              <a:t>Backend Developer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Eve-Lyn Bremner</a:t>
            </a:r>
            <a:endParaRPr lang="en-US" sz="1800" i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800" i="1" dirty="0">
                <a:latin typeface="Aptos" panose="020B0004020202020204" pitchFamily="34" charset="0"/>
                <a:cs typeface="Arial" panose="020B0604020202020204" pitchFamily="34" charset="0"/>
              </a:rPr>
              <a:t>Database design, API routes, leaderboard system, and ensuring the engine runs smoothly under the hood.</a:t>
            </a:r>
          </a:p>
        </p:txBody>
      </p:sp>
    </p:spTree>
    <p:extLst>
      <p:ext uri="{BB962C8B-B14F-4D97-AF65-F5344CB8AC3E}">
        <p14:creationId xmlns:p14="http://schemas.microsoft.com/office/powerpoint/2010/main" val="404572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EEC4-839D-0F84-F967-317C52B7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1309-E7CF-3D11-2B7D-16CB3EADB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28736"/>
            <a:ext cx="9144000" cy="1071244"/>
          </a:xfrm>
        </p:spPr>
        <p:txBody>
          <a:bodyPr>
            <a:normAutofit/>
          </a:bodyPr>
          <a:lstStyle/>
          <a:p>
            <a:r>
              <a:rPr lang="en-US" sz="5000" dirty="0"/>
              <a:t>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5531C5-A24C-1796-8E61-F7C966D587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28451" y="1519147"/>
            <a:ext cx="833509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Frontend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React, JavaScript, CSS, HTML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Backend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Node.js,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Express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Database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MySQL,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Sequelize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ORM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Tools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GitHub, Git branching, Postman, VS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Additional Libraries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Tailwin</a:t>
            </a:r>
            <a:r>
              <a:rPr lang="en-US" altLang="en-US" sz="1800" dirty="0">
                <a:latin typeface="Aptos" panose="020B0004020202020204" pitchFamily="34" charset="0"/>
              </a:rPr>
              <a:t>d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</a:t>
            </a:r>
            <a:r>
              <a:rPr lang="en-US" altLang="en-US" sz="1800" dirty="0">
                <a:latin typeface="Aptos" panose="020B0004020202020204" pitchFamily="34" charset="0"/>
              </a:rPr>
              <a:t>act Toast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GSAP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DECC-14D5-0A49-FD9D-5C43B6B69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7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1E68-164B-902C-0DC4-2B48649A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5D4-5B6C-4140-EBD5-4AFB4B81A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703243"/>
            <a:ext cx="9144000" cy="878715"/>
          </a:xfrm>
        </p:spPr>
        <p:txBody>
          <a:bodyPr>
            <a:normAutofit/>
          </a:bodyPr>
          <a:lstStyle/>
          <a:p>
            <a:r>
              <a:rPr lang="en-US" sz="5000" dirty="0"/>
              <a:t>Product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7E519-C580-B8FE-FA33-9CAC59386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E183FAF-0A7A-1CF3-A9A9-33858D7225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41317" y="1770604"/>
            <a:ext cx="610936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Login,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SignUp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and User </a:t>
            </a:r>
            <a:r>
              <a:rPr lang="en-US" altLang="en-US" sz="1800" dirty="0">
                <a:latin typeface="Aptos" panose="020B0004020202020204" pitchFamily="34" charset="0"/>
              </a:rPr>
              <a:t>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uthentication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Category‑based quizzes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(Brands, Logos, Movies, Racing, General)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Difficulty levels</a:t>
            </a:r>
            <a:endParaRPr lang="en-US" altLang="en-US" sz="1800" dirty="0"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Rookie (easy), Racer (medium), Pro (hard)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Leaderboard with ranking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Image‑based questions</a:t>
            </a:r>
            <a:r>
              <a:rPr lang="en-US" altLang="en-US" sz="1800" dirty="0">
                <a:latin typeface="Aptos" panose="020B0004020202020204" pitchFamily="34" charset="0"/>
              </a:rPr>
              <a:t> with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multiple choice and true/false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Instant feedback and results</a:t>
            </a:r>
          </a:p>
        </p:txBody>
      </p:sp>
    </p:spTree>
    <p:extLst>
      <p:ext uri="{BB962C8B-B14F-4D97-AF65-F5344CB8AC3E}">
        <p14:creationId xmlns:p14="http://schemas.microsoft.com/office/powerpoint/2010/main" val="256119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2B45-A229-8482-A2AF-0DE14920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71F4-C10D-C51C-1BC9-5DB1A752A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6642"/>
            <a:ext cx="9144000" cy="997985"/>
          </a:xfrm>
        </p:spPr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1EA7BB-D728-E7FA-0CAF-131F57325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3319"/>
            <a:ext cx="9144000" cy="649356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Strap yourselves in…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1F1EA-FFBA-06FF-2CC5-360E3F32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8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4EBA-A3A3-2980-90E6-924A9AB8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B087-F605-0CE9-AF53-99CE252BE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6840"/>
            <a:ext cx="9144000" cy="1051685"/>
          </a:xfrm>
        </p:spPr>
        <p:txBody>
          <a:bodyPr>
            <a:normAutofit/>
          </a:bodyPr>
          <a:lstStyle/>
          <a:p>
            <a:r>
              <a:rPr lang="en-US" sz="5000" dirty="0"/>
              <a:t>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3AE36-620F-700B-6ABA-D7C40C0C2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4723DC5-6065-7397-606C-088DDDB645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24843" y="2413337"/>
            <a:ext cx="874231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Branching &amp; Merging - early chaos</a:t>
            </a:r>
            <a:r>
              <a:rPr lang="en-US" altLang="en-US" sz="1800" dirty="0">
                <a:latin typeface="Aptos" panose="020B0004020202020204" pitchFamily="34" charset="0"/>
              </a:rPr>
              <a:t> with m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erge conflicts and git pulls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ptos" panose="020B0004020202020204" pitchFamily="34" charset="0"/>
              </a:rPr>
              <a:t>Timing - B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ig ideas, not enough hours. Trimmed features to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prioritise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essentials.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 - Getting quizzes, questions, users, and leaderboard entries to link correctly.</a:t>
            </a:r>
            <a:endParaRPr kumimoji="0" lang="en-US" altLang="en-US" sz="1800" i="0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ptos" panose="020B0004020202020204" pitchFamily="34" charset="0"/>
              </a:rPr>
              <a:t>Media -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Sourcing clean, recognisable images that worked well for different difficulties</a:t>
            </a:r>
          </a:p>
        </p:txBody>
      </p:sp>
    </p:spTree>
    <p:extLst>
      <p:ext uri="{BB962C8B-B14F-4D97-AF65-F5344CB8AC3E}">
        <p14:creationId xmlns:p14="http://schemas.microsoft.com/office/powerpoint/2010/main" val="394421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2E0A-5576-7504-9E32-1C6E3BCD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F101-1ED5-FCA1-88C1-CD79D4C25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8350"/>
          </a:xfrm>
        </p:spPr>
        <p:txBody>
          <a:bodyPr>
            <a:normAutofit/>
          </a:bodyPr>
          <a:lstStyle/>
          <a:p>
            <a:r>
              <a:rPr lang="en-US" sz="5000" dirty="0"/>
              <a:t>Achievements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B7E9D-0981-22A2-36C7-E208192E5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09D65A-9F48-AECC-9C2E-C41560E38C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36918" y="2224722"/>
            <a:ext cx="99181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Fully functional full‑stack quiz platform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Effective testing and debugging – using postman for the backend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Team collaboration and Git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workflow - </a:t>
            </a:r>
            <a:r>
              <a:rPr lang="en-US" altLang="en-US" sz="1800" dirty="0"/>
              <a:t>smaller branches, frequent pulls, clear commit messages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Managing load using GitHub Issues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product that feels fun, fast, and engaging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Clean, modern, car-themed design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44832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A31A9-FD59-B347-39B2-DEF5F96A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5C66-E77F-7476-D61F-BF8C49BA8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0294"/>
            <a:ext cx="9144000" cy="1110577"/>
          </a:xfrm>
        </p:spPr>
        <p:txBody>
          <a:bodyPr>
            <a:normAutofit/>
          </a:bodyPr>
          <a:lstStyle/>
          <a:p>
            <a:r>
              <a:rPr lang="en-US" sz="5000" dirty="0"/>
              <a:t>Future Developments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3984B-46C5-94D7-DA29-A76C78E2F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565" y="1664642"/>
            <a:ext cx="6824870" cy="4566647"/>
          </a:xfrm>
        </p:spPr>
        <p:txBody>
          <a:bodyPr>
            <a:normAutofit fontScale="47500" lnSpcReduction="20000"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u="sng" dirty="0">
                <a:latin typeface="Arial" panose="020B0604020202020204" pitchFamily="34" charset="0"/>
              </a:rPr>
              <a:t>Time‑based scoring </a:t>
            </a: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</a:rPr>
              <a:t>Faster answers = higher score. Make the leaderboard fairer and more competitive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3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u="sng" dirty="0">
                <a:latin typeface="Arial" panose="020B0604020202020204" pitchFamily="34" charset="0"/>
              </a:rPr>
              <a:t>Leaderboard filtering </a:t>
            </a: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</a:rPr>
              <a:t>View rankings by category, difficulty, or specific quiz.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3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u="sng" dirty="0">
                <a:latin typeface="Arial" panose="020B0604020202020204" pitchFamily="34" charset="0"/>
              </a:rPr>
              <a:t>Improved logo difficulty</a:t>
            </a: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</a:rPr>
              <a:t>Show only a snippet or zoomed‑in section for Pro mode.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3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u="sng" dirty="0">
                <a:latin typeface="Arial" panose="020B0604020202020204" pitchFamily="34" charset="0"/>
              </a:rPr>
              <a:t>User accounts &amp; progress tracking </a:t>
            </a: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</a:rPr>
              <a:t>Let players earn badges, and track improvement.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3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u="sng" dirty="0">
                <a:latin typeface="Arial" panose="020B0604020202020204" pitchFamily="34" charset="0"/>
              </a:rPr>
              <a:t>More categories </a:t>
            </a: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dirty="0">
                <a:latin typeface="Arial" panose="020B0604020202020204" pitchFamily="34" charset="0"/>
              </a:rPr>
              <a:t>Classic cars, engines, motorsport eras, concept cars.</a:t>
            </a:r>
            <a:br>
              <a:rPr lang="en-US" sz="3300" dirty="0">
                <a:latin typeface="Arial" panose="020B0604020202020204" pitchFamily="34" charset="0"/>
              </a:rPr>
            </a:br>
            <a:br>
              <a:rPr lang="en-US" sz="3300" dirty="0">
                <a:latin typeface="Arial" panose="020B0604020202020204" pitchFamily="34" charset="0"/>
              </a:rPr>
            </a:br>
            <a:r>
              <a:rPr lang="en-US" sz="3300" u="sng" dirty="0">
                <a:latin typeface="Arial" panose="020B0604020202020204" pitchFamily="34" charset="0"/>
              </a:rPr>
              <a:t>Filter quizzes on category and difficulty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atin typeface="Arial" panose="020B0604020202020204" pitchFamily="34" charset="0"/>
              </a:rPr>
              <a:t>Making the quizzes page less busy and easy to navigate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B0AFB-2B5F-39F8-ED4E-DB322C88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7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A10B-48AB-63D8-A067-54BD39A9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5B1C-AC83-0F00-BE3C-4DFB058EE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82508"/>
            <a:ext cx="9144000" cy="94964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F9A3B-EC60-0538-305D-F2E26F4B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19518" r="6612" b="22433"/>
          <a:stretch>
            <a:fillRect/>
          </a:stretch>
        </p:blipFill>
        <p:spPr>
          <a:xfrm>
            <a:off x="10168128" y="5463923"/>
            <a:ext cx="1967789" cy="1309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36940D-A878-1EE0-BEC9-8F5B4870E731}"/>
              </a:ext>
            </a:extLst>
          </p:cNvPr>
          <p:cNvSpPr txBox="1"/>
          <p:nvPr/>
        </p:nvSpPr>
        <p:spPr>
          <a:xfrm>
            <a:off x="2743200" y="3632151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Thank you for taking the time to explore our project. </a:t>
            </a:r>
          </a:p>
          <a:p>
            <a:pPr algn="ctr"/>
            <a:r>
              <a:rPr lang="en-US" dirty="0"/>
              <a:t>We hope you enjoyed the ride as much as we enjoyed building it.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36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584</Words>
  <Application>Microsoft Office PowerPoint</Application>
  <PresentationFormat>Widescreen</PresentationFormat>
  <Paragraphs>89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Quiz Site for  Car Enthusiasts </vt:lpstr>
      <vt:lpstr>Concept Introduction</vt:lpstr>
      <vt:lpstr>Project Context</vt:lpstr>
      <vt:lpstr>Team Roles</vt:lpstr>
      <vt:lpstr>Technologies</vt:lpstr>
      <vt:lpstr>Product Features</vt:lpstr>
      <vt:lpstr>Demonstration</vt:lpstr>
      <vt:lpstr>Challenges</vt:lpstr>
      <vt:lpstr>Achievements</vt:lpstr>
      <vt:lpstr>Future Developments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Sammon</dc:creator>
  <cp:lastModifiedBy>Eve-lyn Bremner</cp:lastModifiedBy>
  <cp:revision>11</cp:revision>
  <dcterms:created xsi:type="dcterms:W3CDTF">2024-12-12T18:51:01Z</dcterms:created>
  <dcterms:modified xsi:type="dcterms:W3CDTF">2026-03-25T21:41:40Z</dcterms:modified>
</cp:coreProperties>
</file>